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arlo\AppData\Local\Temp\claude\C--dev\29a8640f-1cb2-40aa-bfcb-67131f3c840c\scratchpad\pptx_build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86868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788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VAULTMEMO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1508760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Memo Vault with On-Chain Proof, for Solana Seeker / Saga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50876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F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secrets stay yours. Your proof lives on Solana.”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Builder Grants — Application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notes have to choose: safety or proof.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vault apps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phrases, passwords, and private notes stored on someone else's server — you have to trust a company you don't control.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Local-only notes apps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ever leaves the device, but there's no way to prove a note existed, or wasn't quietly altered, at a specific point in time.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mainstream option gives users both true local privacy and a tamper-evident, independently verifiable record.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Encrypted on-device. Proven on-chain.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 signs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message is signed by the user's Solana wallet via Seed Vault — deterministic, never leaves the device.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is derived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57200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of the signature derives an AES-256 key, held only in memory. No servers, no accounts, no cloud.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 goes on-chain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32104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SPL Memo transaction records the note's hash fingerprint on Solana mainnet — tamper-proof proof of existence.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other vault app pairs true local-only encryption with an independently verifiable on-chain record.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STACK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Seeker &amp; Saga — not ported to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31136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5798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Wallet Adapter (MWA)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3440" y="2157984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connect, session auth, and transaction signing — including reauthorize-before-send on every payment and proof transaction.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8950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294436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 signMessages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944368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key derivation replaces Android Keystore / biometrics entirely — the encryption key exists only in memory, never in device storage.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03904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73075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 Memo Program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373075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save can write a cryptographic hash fingerprint to Solana mainnet as tamper-proof, independently verifiable proof.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62272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590288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51713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SKR / SOL / USDC / USDT payments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4517136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on-chain payments unlock storage capacity — native support for the Seeker economy's own token.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24865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5376672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53035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Vault-only wallet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63440" y="530352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Phantom / Solflare dependency, avoiding the MWA signMessages instability seen in general-purpose wallets — built exclusively for Seeker/Saga.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1722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4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niche use case, but few — if any — apps in the Seeker ecosystem lean on Seed Vault this deeply: the entire security model is derived from signMessages, not bolted onto it.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Shipped, live, and iterating since day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shipped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Mar–Jun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1–7, 2026 (Firebase)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6676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the Solana dApp Store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Terms of Use and Privacy Policy published and live.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 version history from v1.0 (Mar 26, 2026) through v1.3.3 (Jun 1, 2026), each release shipping real fixes and features.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Firebase recorded 28 active users and 27 new users during a May 1–7, 2026 tracking window — the app otherwise runs minimal analytics by design, consistent with a zero-server, zero-account product.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Requesting $10,000 – $20,000 to harden and polish.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hardening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security review of the local encryption and key-derivation flow (Seed Vault signature → AES-256).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QA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Native-reviewer verification across all 15 supported languages for naturalness and correctness.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2104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/ UX polish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driven directly by user feedback since v1.0.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4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Self-funded indie project — no additional token issuance or fundraising planned.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builder, shipped end-to-end.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6424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606040"/>
            <a:ext cx="1188720" cy="11887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514600" y="2697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Jungmin Ko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51460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Indie Developer — VaultMemo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designed, built, and shipped VaultMemo end-to-end — the Solana Mobile Stack integration, the local encryption and key-derivation architecture, 15-language localization, and every one of the 8 releases from v1.0 through v1.3.3.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arlo\AppData\Local\Temp\claude\C--dev\29a8640f-1cb2-40aa-bfcb-67131f3c840c\scratchpad\pptx_build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0058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1488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5087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bring tamper-proof, on-chain-verified privacy to every Seeker.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02336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0350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carlos_tevez@naver.com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02336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(TWITTER)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03504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@i_naong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023360" y="4846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3504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@VaultMemo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2026-07-24T09:29:43Z</dcterms:created>
  <dcterms:modified xsi:type="dcterms:W3CDTF">2026-07-24T09:29:43Z</dcterms:modified>
</cp:coreProperties>
</file>