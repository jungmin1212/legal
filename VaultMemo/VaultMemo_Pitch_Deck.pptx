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arlo\AppData\Local\Temp\claude\C--dev\29a8640f-1cb2-40aa-bfcb-67131f3c840c\scratchpad\pptx_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8686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VAULTMEMO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5087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Memo Vault with On-Chain Proof, for Solana Seeker / Saga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0876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secrets stay yours. Your proof lives on Solana.”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Mobile Builder Grants —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notes have to choose: safety or proof.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vault apps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phrases, passwords, and private notes stored on someone else's server — you have to trust a company you don't control.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Local-only notes apps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306324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ever leaves the device, but there's no way to prove a note existed, or wasn't quietly altered, at a specific point in time.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306324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mainstream option gives users both true local privacy and a tamper-evident, independently verifiable record.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E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Tamper-proof timestamps aren't a nice-to-have for everyone.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Journalists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 source record or investigation note existed — and wasn't altered — at a specific date, without exposing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Lawyers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31546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case notes and evidence logs that can be independently verified, not just self-attested.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creators &amp; researchers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31546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when an idea, draft, or finding was first conceived — before any public disclosure.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proof of existence today, not formal legal notarization — but as blockchain, and Solana in particular, extends its influence offline, on-chain records are likely to gain real-world legal recognition. In 2025, France's Marseille Court already accepted a blockchain timestamp as copyright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E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on-device. Proven on-chain.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Vault signs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message is signed by the user's Solana wallet via Seed Vault — deterministic, never leaves the device.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423160"/>
            <a:ext cx="502920" cy="50292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is derived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of the signature derives an AES-256 key, held only in memory. No servers, no accounts, no cloud.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423160"/>
            <a:ext cx="502920" cy="50292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goes on-chain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SPL Memo transaction records the note's hash fingerprint on Solana mainnet — tamper-proof proof of existence.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other vault app pairs true local-only encryption with an independently verifiable on-chain record. And unlike typical blockchain notarization services that anchor only a hash while the original is managed separately, VaultMemo keeps the content and its proof together — recomputable and verifiable by anyone, without a third party.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MOBILE STACK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Seeker &amp; Saga — not ported to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31136"/>
            <a:ext cx="256032" cy="256032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5798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Wallet Adapter (MWA)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215798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connect, session auth, and transaction signing — including reauthorize-before-send on every payment and proof transaction.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017520"/>
            <a:ext cx="256032" cy="256032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9443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Vault signMessages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94436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key derivation replaces Android Keystore / biometrics entirely — the encryption key exists only in memory, never in device storage.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03904"/>
            <a:ext cx="256032" cy="256032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3075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 Memo Program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73075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can write a cryptographic hash fingerprint to Solana mainnet as tamper-proof, independently verifiable proof.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90288"/>
            <a:ext cx="256032" cy="256032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5171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SKR / SOL / USDC / USDT payments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451713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pay-per-save pricing by size tier (no subscription) — tiered on-chain payments unlock storage capacity, with native support for the Seeker economy's own token.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4865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76672"/>
            <a:ext cx="256032" cy="256032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53035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Vault-only wallet support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53035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Phantom / Solflare dependency, avoiding the MWA signMessages instability seen in general-purpose wallets — built exclusively for Seeker/Saga.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4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niche use case, but few — if any — apps in the Seeker ecosystem lean on Seed Vault this deeply: the entire security model is derived from signMessages, not bolted onto it. That makes VaultMemo a reference architecture other Seeker developers can study for deep Seed Vault integration.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E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Shipped, live, and iterating since day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3201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shipped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Mar–Jun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3201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0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1–7, 2026 (Firebase)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32018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EE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66760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the Solana dApp Store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Terms of Use and Privacy Policy published and live.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version history from v1.0 (Mar 26, 2026) through v1.3.3 (Jun 1, 2026), each release shipping real fixes and features.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recorded 28 active users and 27 new users during a May 1–7, 2026 tracking window — the app otherwise runs minimal analytics by design, consistent with a zero-server, zero-account product.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Requesting $10,000 – $20,000 to harden and polish.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EF3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23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hardening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security review of the local encryption and key-derivation flow (Seed Vault signature → AES-256).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EF3E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423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QA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Native-reviewer verification across all 15 supported languages for naturalness and correctness.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EF3EF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23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210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 polish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56616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Refinements driven directly by user feedback since v1.0.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4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Self-funded indie project — no additional token issuance or fundraising planned.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E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builder, shipped end-to-end.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3291840"/>
          </a:xfrm>
          <a:prstGeom prst="roundRect">
            <a:avLst>
              <a:gd name="adj" fmla="val 3333"/>
            </a:avLst>
          </a:prstGeom>
          <a:solidFill>
            <a:srgbClr val="132018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606040"/>
            <a:ext cx="1188720" cy="118872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146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Jungmin Ko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146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E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Indie Developer — VaultMemo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designed, built, and shipped VaultMemo end-to-end — the Solana Mobile Stack integration, the local encryption and key-derivation architecture, 15-language localization, and every one of the 8 releases from v1.0 through v1.3.3.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arlo\AppData\Local\Temp\claude\C--dev\29a8640f-1cb2-40aa-bfcb-67131f3c840c\scratchpad\pptx_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0058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50876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E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bring tamper-proof, on-chain-verified privacy to every Seeker.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02336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350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carlos_tevez@naver.com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2336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(TWITTER)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@i_naong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233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@VaultMemo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2026-07-24T14:42:55Z</dcterms:created>
  <dcterms:modified xsi:type="dcterms:W3CDTF">2026-07-24T14:42:55Z</dcterms:modified>
</cp:coreProperties>
</file>