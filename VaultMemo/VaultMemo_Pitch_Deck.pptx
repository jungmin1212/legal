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carlo\AppData\Local\Temp\claude\C--dev\29a8640f-1cb2-40aa-bfcb-67131f3c840c\scratchpad\pptx_build/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868680"/>
            <a:ext cx="1463040" cy="1463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788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VAULTMEMO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1508760" y="36118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EE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Memo Vault with On-Chain Proof, for Solana Seeker / Saga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1508760" y="4251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9FB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“Your secrets stay yours. Your proof lives on Solana.”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Mobile Builder Grants — Application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FA9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notes have to choose: safety or proof.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4688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vault apps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phrases, passwords, and private notes stored on someone else's server — you have to trust a company you don't control.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297680" y="214884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0" y="24688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Local-only notes apps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0" y="3063240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ever leaves the device, but there's no way to prove a note existed, or wasn't quietly altered, at a specific point in time.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46720" y="214884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11" name="Text 9"/>
          <p:cNvSpPr/>
          <p:nvPr/>
        </p:nvSpPr>
        <p:spPr>
          <a:xfrm>
            <a:off x="8321040" y="24688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321040" y="3063240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mainstream option gives users both true local privacy and a tamper-evident, independently verifiable record.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EE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NEEDS THIS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Tamper-proof timestamps aren't a nice-to-have for everyone.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4688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Journalists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154680"/>
            <a:ext cx="2880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Proving a source record or investigation note existed — and wasn't altered — at a specific date, without exposing 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0" y="214884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0" y="24688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Lawyers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0" y="3154680"/>
            <a:ext cx="2880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Timestamped case notes and evidence logs that can be independently verified, not just self-attested.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214884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11" name="Text 9"/>
          <p:cNvSpPr/>
          <p:nvPr/>
        </p:nvSpPr>
        <p:spPr>
          <a:xfrm>
            <a:off x="8321040" y="24688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 creators &amp; researchers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321040" y="3154680"/>
            <a:ext cx="2880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when an idea, draft, or finding was first conceived — before any public disclosure.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these users, a screenshot or a private note isn't proof of anything. An independently verifiable, on-chain timestamp is.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EE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Encrypted on-device. Proven on-chain.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423160"/>
            <a:ext cx="502920" cy="502920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4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Vault signs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message is signed by the user's Solana wallet via Seed Vault — deterministic, never leaves the device.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214884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0" y="2423160"/>
            <a:ext cx="502920" cy="502920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4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2000" y="31089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is derived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4572000" y="361188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of the signature derives an AES-256 key, held only in memory. No servers, no accounts, no cloud.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214884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15" name="Shape 13"/>
          <p:cNvSpPr/>
          <p:nvPr/>
        </p:nvSpPr>
        <p:spPr>
          <a:xfrm>
            <a:off x="8321040" y="2423160"/>
            <a:ext cx="502920" cy="502920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4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321040" y="31089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Hash goes on-chain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321040" y="361188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SPL Memo transaction records the note's hash fingerprint on Solana mainnet — tamper-proof proof of existence.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other vault app pairs true local-only encryption with an independently verifiable on-chain record.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FA9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MOBILE STACK INTEGRATION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Seeker &amp; Saga — not ported to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EF3EF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231136"/>
            <a:ext cx="256032" cy="256032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157984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 Wallet Adapter (MWA)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663440" y="2157984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connect, session auth, and transaction signing — including reauthorize-before-send on every payment and proof transaction.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889504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EF3EF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3017520"/>
            <a:ext cx="256032" cy="256032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2944368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Vault signMessages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2944368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key derivation replaces Android Keystore / biometrics entirely — the encryption key exists only in memory, never in device storage.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675888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EF3EF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803904"/>
            <a:ext cx="256032" cy="256032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3730752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 Memo Program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63440" y="3730752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save can write a cryptographic hash fingerprint to Solana mainnet as tamper-proof, independently verifiable proof.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462272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EF3EF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4590288"/>
            <a:ext cx="256032" cy="256032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517136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SKR / SOL / USDC / USDT payments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4517136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One-time, pay-per-save pricing by size tier (no subscription) — tiered on-chain payments unlock storage capacity, with native support for the Seeker economy's own token.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248656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EF3EF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5376672"/>
            <a:ext cx="256032" cy="256032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22" name="Text 20"/>
          <p:cNvSpPr/>
          <p:nvPr/>
        </p:nvSpPr>
        <p:spPr>
          <a:xfrm>
            <a:off x="1234440" y="530352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Vault-only wallet support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663440" y="5303520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Phantom / Solflare dependency, avoiding the MWA signMessages instability seen in general-purpose wallets — built exclusively for Seeker/Saga.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1722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3E4F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a niche use case, but few — if any — apps in the Seeker ecosystem lean on Seed Vault this deeply: the entire security model is derived from signMessages, not bolted onto it. That makes VaultMemo a reference architecture other Seeker developers can study for deep Seed Vault integration.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EE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Shipped, live, and iterating since day one.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132018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2860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315468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releases shipped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Mar–Jun 2026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21031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13201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0" y="22860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572000" y="315468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users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1–7, 2026 (Firebase)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21031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132018"/>
          </a:solidFill>
          <a:ln/>
        </p:spPr>
      </p:sp>
      <p:sp>
        <p:nvSpPr>
          <p:cNvPr id="11" name="Text 9"/>
          <p:cNvSpPr/>
          <p:nvPr/>
        </p:nvSpPr>
        <p:spPr>
          <a:xfrm>
            <a:off x="8366760" y="22860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366760" y="315468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1605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on the Solana dApp Store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48640" y="461772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Terms of Use and Privacy Policy published and live.</a:t>
            </a:r>
            <a:endParaRPr lang="en-US" sz="135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Continuous version history from v1.0 (Mar 26, 2026) through v1.3.3 (Jun 1, 2026), each release shipping real fixes and features.</a:t>
            </a:r>
            <a:endParaRPr lang="en-US" sz="135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Firebase recorded 28 active users and 27 new users during a May 1–7, 2026 tracking window — the app otherwise runs minimal analytics by design, consistent with a zero-server, zero-account product.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FA9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Requesting $10,000 – $20,000 to harden and polish.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EEF3E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4231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A9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hardening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566160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E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focused security review of the local encryption and key-derivation flow (Seed Vault signature → AES-256).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97680" y="214884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EEF3E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4231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A9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30632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Localization QA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3566160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E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Native-reviewer verification across all 15 supported languages for naturalness and correctness.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214884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EEF3EF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24231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A9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321040" y="30632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 / UX polish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21040" y="3566160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E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Refinements driven directly by user feedback since v1.0.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3E4F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Self-funded indie project — no additional token issuance or fundraising planned.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EE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builder, shipped end-to-end.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1106424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2606040"/>
            <a:ext cx="1188720" cy="1188720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6060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14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514600" y="2697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Jungmin Ko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514600" y="3154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EE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Indie Developer — VaultMemo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514600" y="370332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 designed, built, and shipped VaultMemo end-to-end — the Solana Mobile Stack integration, the local encryption and key-derivation architecture, 15-language localization, and every one of the 8 releases from v1.0 through v1.3.3.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carlo\AppData\Local\Temp\claude\C--dev\29a8640f-1cb2-40aa-bfcb-67131f3c840c\scratchpad\pptx_build/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00584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1488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1508760" y="28803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EE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bring tamper-proof, on-chain-verified privacy to every Seeker.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4023360" y="3931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03504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5F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carlos_tevez@naver.com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023360" y="4389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(TWITTER)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03504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5F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@i_naong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023360" y="4846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035040" y="4846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5F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@VaultMemo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2026-07-24T14:11:34Z</dcterms:created>
  <dcterms:modified xsi:type="dcterms:W3CDTF">2026-07-24T14:11:34Z</dcterms:modified>
</cp:coreProperties>
</file>